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SkillBuilderPro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Sports Training Management System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Multi-role sports training management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WinForms desktop client + ASP.NET Core Web API 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SQL Server database with 60+ training drills across 6 sports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Role-based dashboards: Athlete, Coach, Parent,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Video training library with YouTube integration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• MSSA Capstone Project - C# .NET Developer Program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Architecture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solidFill>
            <a:srgbClr val="0078D7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WinForms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1188720" cy="0"/>
          </a:xfrm>
          <a:prstGeom prst="line">
            <a:avLst/>
          </a:prstGeom>
          <a:noFill/>
          <a:ln w="25400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1097280"/>
            <a:ext cx="1828800" cy="731520"/>
          </a:xfrm>
          <a:prstGeom prst="rect">
            <a:avLst/>
          </a:prstGeom>
          <a:solidFill>
            <a:srgbClr val="0078D7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(localhost:5000)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1188720" cy="0"/>
          </a:xfrm>
          <a:prstGeom prst="line">
            <a:avLst/>
          </a:prstGeom>
          <a:noFill/>
          <a:ln w="25400">
            <a:solidFill>
              <a:srgbClr val="1F1F1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1097280"/>
            <a:ext cx="1828800" cy="731520"/>
          </a:xfrm>
          <a:prstGeom prst="rect">
            <a:avLst/>
          </a:prstGeom>
          <a:solidFill>
            <a:srgbClr val="0078D7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097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7"/>
                </a:solidFill>
              </a:rPr>
              <a:t>Key Features: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• Role-based routing: RoleSelectForm → LoginForm →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• Demo Mode for testing without credentials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• Async/await patterns for API calls and database operations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• Drill API with offline fallback when API is 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• WebView2 for embedded video playback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Technologies &amp; Concepts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Languages &amp; Frameworks: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C# (.NET 6+)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WinForms (Desktop UI)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ASP.NET Core (REST API)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Entity Framework 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SQL Server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Advanced Concepts: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Async/Await &amp; Tasks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Dependency Injection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REST API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Database Migrations (EF Core)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✓ HTTP Client &amp; API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Additional Skills Developed: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Git version control • RESTful API patterns • Database schema design • Error handling &amp; logging • Code organization &amp; namespaces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WinForms UI &amp; Role-Based Dashboards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Multi-Role System Architecture: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Athlete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6276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Training drills, video player, schedule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591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Coach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359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Team management, drill assignment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906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Parent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0906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Child progress tracking, notifications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221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822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System configuration, user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</a:rPr>
              <a:t>C# Pattern Used: Switch statement on User.Role in Program.cs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Drill System: API + Database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How It Works: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1. WinForms queries DrillApiService with sport filter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2. DrillApiService calls GET /api/drills?sport=Soccer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3. API returns JSON with drill data (name, difficulty, videoUrl)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4. If API is down → offline fallback to cached DrillDatabase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5. WinForms populates Training tab with drills by category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Database Schema: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60 seeded drills | Sport, Category, SubCategory | Difficulty (1-5) | Duration | YouTube URL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Video Training Player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Feature Implementation: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Multi-video playlist system (max 5 drills per session)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WebView2 embedded video player with YouTube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Async video URL fetching from DrillApiService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Previous/Next navigation with drill counter (1 of 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Full-screen presentation mode with sport-themed background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</a:rPr>
              <a:t>• Dynamic drill name display in branding blue (#0078D7)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1F"/>
                </a:solidFill>
              </a:rPr>
              <a:t>C# Patterns: Async/Await, List&lt;T&gt;, LINQ Where/Take, URL conversion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C# Concepts Deep 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7"/>
                </a:solidFill>
              </a:rPr>
              <a:t>1. Async/Await Pattern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Used for: API calls, database queries, video loading — keeps UI responsive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7"/>
                </a:solidFill>
              </a:rPr>
              <a:t>2. Dependency Injection (DI)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Used for: Injecting DrillApiService into MainForm, testing isolation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7"/>
                </a:solidFill>
              </a:rPr>
              <a:t>3. LINQ Queries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Used for: Filtering drills by sport/category, selecting drill names, limiting to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7"/>
                </a:solidFill>
              </a:rPr>
              <a:t>4. HTTP Client &amp; 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Used for: GET requests to API, JSON deserialization, error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7"/>
                </a:solidFill>
              </a:rPr>
              <a:t>5. Entity Framework Core (ORM)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Used for: Database migrations, seeding 60 drills, query mapping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Challenges &amp; Solutions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WebView2 YouTube embed errors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→ Switched to launch YouTube in default browser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Port 5000 already in 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→ Used netstat/taskkill to free port; configured launchSettings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Drill name matching issues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→ Implemented fallback to first 5 drills by sport; verified API responses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7"/>
                </a:solidFill>
              </a:rPr>
              <a:t>UI centering &amp; layout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→ Manual positioning with Form coordinates; tested on maximized window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8D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Results &amp; Learning Outcomes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What Was Built: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✓ Full-stack sports training app: WinForms + Web API + SQL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✓ 60 seeded drills across 6 sports with YouTube video URLs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✓ Multi-role authentication &amp; dashboard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✓ Async video player with prev/next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</a:rPr>
              <a:t>✓ Fallback offline mode when API is unreachable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7"/>
                </a:solidFill>
              </a:rPr>
              <a:t>Key Learning Outcomes: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</a:rPr>
              <a:t>Enterprise C# patterns • RESTful API design • Database migrations &amp; seeding • Async programming • Error handling &amp; logging • Git workflow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8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Bobby Rovy | SkillBuilderPro Capstone | MSSA Cloud Application Development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2026-07-23T19:48:26Z</dcterms:created>
  <dcterms:modified xsi:type="dcterms:W3CDTF">2026-07-23T19:48:26Z</dcterms:modified>
</cp:coreProperties>
</file>